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AI Governance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Agentic System for Cross-Border AI Compliance</a:t>
            </a:r>
          </a:p>
          <a:p>
            <a:r>
              <a:t>Generated System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Challenge: Global AI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AI laws (e.g., EU AI Act, India Code) are highly fragmented.</a:t>
            </a:r>
          </a:p>
          <a:p>
            <a:pPr/>
            <a:r>
              <a:t>Organizations face severe compliance blind spots when operating across borders.</a:t>
            </a:r>
          </a:p>
          <a:p>
            <a:pPr/>
            <a:r>
              <a:t>Manual review of legal texts is slow, expensive, and prone to error.</a:t>
            </a:r>
          </a:p>
          <a:p>
            <a:pPr/>
            <a:r>
              <a:t>Differing definitions of 'High Risk' create legal conflicts.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Solution: AI Governance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automated, agentic system that analyzes draft AI policy text.</a:t>
            </a:r>
          </a:p>
          <a:p>
            <a:pPr/>
            <a:r>
              <a:t>Compares internal policies against real EU and India legal corpora.</a:t>
            </a:r>
          </a:p>
          <a:p>
            <a:pPr/>
            <a:r>
              <a:t>Instant identification of compliance gaps and conflict signals.</a:t>
            </a:r>
          </a:p>
          <a:p>
            <a:pPr/>
            <a:r>
              <a:t>Scalable foundation for future jurisdictions.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Core Functional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 Gap Analysis: Are you missing mandatory clauses?</a:t>
            </a:r>
          </a:p>
          <a:p>
            <a:pPr/>
            <a:r>
              <a:t>Cross-Border Conflict Signals: Do your policies clash with regional laws?</a:t>
            </a:r>
          </a:p>
          <a:p>
            <a:pPr/>
            <a:r>
              <a:t>Policy Option Cards: Choose between Minimal, Moderate, or Strict alignment.</a:t>
            </a:r>
          </a:p>
          <a:p>
            <a:pPr/>
            <a:r>
              <a:t>Automated Reporting: Generating audit-ready PDF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User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Input: User pastes draft AI policy text into the platform.</a:t>
            </a:r>
          </a:p>
          <a:p>
            <a:pPr/>
            <a:r>
              <a:t>2. Process: Agent pipeline parses, classifies, and checks against vector DB.</a:t>
            </a:r>
          </a:p>
          <a:p>
            <a:pPr/>
            <a:r>
              <a:t>3. Dashboard: Interactive UI displays gaps, conflicts, and metrics.</a:t>
            </a:r>
          </a:p>
          <a:p>
            <a:pPr/>
            <a:r>
              <a:t>4. Export: Download final PDF compliance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 UI for dynamic, card-based interaction.</a:t>
            </a:r>
          </a:p>
          <a:p>
            <a:pPr/>
            <a:r>
              <a:t>Backend API: FastAPI serving as the robust orchestration layer.</a:t>
            </a:r>
          </a:p>
          <a:p>
            <a:pPr/>
            <a:r>
              <a:t>Data Layer: PostgreSQL (Supabase) storing 5,000+ legal clauses.</a:t>
            </a:r>
          </a:p>
          <a:p>
            <a:pPr/>
            <a:r>
              <a:t>AI Pipeline: Custom NLP agents interacting with FAISS vector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Python 3.x</a:t>
            </a:r>
          </a:p>
          <a:p>
            <a:pPr/>
            <a:r>
              <a:t>API Framework: FastAPI with Uvicorn</a:t>
            </a:r>
          </a:p>
          <a:p>
            <a:pPr/>
            <a:r>
              <a:t>UI Framework: Streamlit with custom dark-mode CSS</a:t>
            </a:r>
          </a:p>
          <a:p>
            <a:pPr/>
            <a:r>
              <a:t>Vector Store: FAISS (cpu) - local indexed search</a:t>
            </a:r>
          </a:p>
          <a:p>
            <a:pPr/>
            <a:r>
              <a:t>Embeddings: sentence-transformers/all-MiniLM-L6-v2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 Legal Data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Supabase (PostgreSQL) for structured storage.</a:t>
            </a:r>
          </a:p>
          <a:p>
            <a:pPr/>
            <a:r>
              <a:t>Contains 5,000+ meticulously extracted clauses from global tech laws.</a:t>
            </a:r>
          </a:p>
          <a:p>
            <a:pPr/>
            <a:r>
              <a:t>Sources: EUR-Lex (EU AI Act) and India Code (IT Act, DPDP).</a:t>
            </a:r>
          </a:p>
          <a:p>
            <a:pPr/>
            <a:r>
              <a:t>Provides grounded, verifiable evidence for every flagged issue.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Vector Search &amp;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Utilizes 'all-MiniLM-L6-v2' for fast, lightweight embedding generation.</a:t>
            </a:r>
          </a:p>
          <a:p>
            <a:pPr/>
            <a:r>
              <a:t>Creates 384-dimensional dense vectors for semantic similarity.</a:t>
            </a:r>
          </a:p>
          <a:p>
            <a:pPr/>
            <a:r>
              <a:t>FAISS IndexFlatIP used for rapid nearest-neighbor retrieval.</a:t>
            </a:r>
          </a:p>
          <a:p>
            <a:pPr/>
            <a:r>
              <a:t>Enables context-aware matching beyond exact keyword searches.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Agent Pipeline Step 1: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draft policy text is ingested through the UI.</a:t>
            </a:r>
          </a:p>
          <a:p>
            <a:pPr/>
            <a:r>
              <a:t>Input is truncated at 100K characters for memory safety.</a:t>
            </a:r>
          </a:p>
          <a:p>
            <a:pPr/>
            <a:r>
              <a:t>Splits text into discrete, sentence-level actionable clauses.</a:t>
            </a:r>
          </a:p>
          <a:p>
            <a:pPr/>
            <a:r>
              <a:t>Uses spaCy for robust NLP sentence boundary detection, falling back to Regex.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Agent Pipeline Step 2: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tags each parsed clause using heuristic rules.</a:t>
            </a:r>
          </a:p>
          <a:p>
            <a:pPr/>
            <a:r>
              <a:t>Axes of Classification: Risk Type, Actor Type, Obligation Type.</a:t>
            </a:r>
          </a:p>
          <a:p>
            <a:pPr/>
            <a:r>
              <a:t>Risk Types: High, Unacceptable, Limited, Minimal.</a:t>
            </a:r>
          </a:p>
          <a:p>
            <a:pPr/>
            <a:r>
              <a:t>Actor Types: Provider, Deployer, Importer, Distributor.</a:t>
            </a:r>
          </a:p>
          <a:p>
            <a:pPr/>
            <a:r>
              <a:t>Obligation Types: Transparency, Reporting, Testing, Data Gov.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Agent Pipeline Step 3: Coverage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Evaluates classified clauses against a predefined matrix of requirements.</a:t>
            </a:r>
          </a:p>
          <a:p>
            <a:pPr/>
            <a:r>
              <a:t>Checks essential domains: Biometrics, Incident Reporting, Risk Testing, etc.</a:t>
            </a:r>
          </a:p>
          <a:p>
            <a:pPr/>
            <a:r>
              <a:t>Labels each domain as 'Covered' or a 'Gap'.</a:t>
            </a:r>
          </a:p>
          <a:p>
            <a:pPr/>
            <a:r>
              <a:t>Outputs a detailed grid representing the overall health of the policy.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Agent Pipeline Step 4: Conflict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Cross-references the draft clauses against the EU/India vector database.</a:t>
            </a:r>
          </a:p>
          <a:p>
            <a:pPr/>
            <a:r>
              <a:t>Detects instances where draft text contradicts established law.</a:t>
            </a:r>
          </a:p>
          <a:p>
            <a:pPr/>
            <a:r>
              <a:t>Assigns Severity levels (High, Medium, Low) based on semantic similarity.</a:t>
            </a:r>
          </a:p>
          <a:p>
            <a:pPr/>
            <a:r>
              <a:t>Flags specific regulatory collisions across borders.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Conflict Detection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Similarity Score 0.90+: High Severity Conflict (Red).</a:t>
            </a:r>
          </a:p>
          <a:p>
            <a:pPr/>
            <a:r>
              <a:t>Similarity Score 0.80 - 0.89: Medium Severity Conflict (Amber).</a:t>
            </a:r>
          </a:p>
          <a:p>
            <a:pPr/>
            <a:r>
              <a:t>&lt; 0.80: Low Severity / Contextual mismatch (Green).</a:t>
            </a:r>
          </a:p>
          <a:p>
            <a:pPr/>
            <a:r>
              <a:t>Provides line-by-line evidence comparing draft vs. law excerpt.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Agent Pipeline Step 5: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actionable guidance to resolve identified gaps and conflicts.</a:t>
            </a:r>
          </a:p>
          <a:p>
            <a:pPr/>
            <a:r>
              <a:t>Context-aware: Recommends specific language based on the missed areas.</a:t>
            </a:r>
          </a:p>
          <a:p>
            <a:pPr/>
            <a:r>
              <a:t>Highlights priority gaps that must be addressed immediately.</a:t>
            </a:r>
          </a:p>
          <a:p>
            <a:pPr/>
            <a:r>
              <a:t>Powers the three-tiered Policy Alignment Options.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Policy Alignment Option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 Tier: Baseline fixes to achieve absolute minimum compliance.</a:t>
            </a:r>
          </a:p>
          <a:p>
            <a:pPr/>
            <a:r>
              <a:t>Moderate Tier: Industry-standard alignment, balancing safety and speed.</a:t>
            </a:r>
          </a:p>
          <a:p>
            <a:pPr/>
            <a:r>
              <a:t>Strict Tier: Maximum rigor, exceeding baseline laws for high-risk domains.</a:t>
            </a:r>
          </a:p>
          <a:p>
            <a:pPr/>
            <a:r>
              <a:t>Each tier provides custom sample language for immediate insertion.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Streamlit UI: Premium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dark-mode design system with responsive card layouts.</a:t>
            </a:r>
          </a:p>
          <a:p>
            <a:pPr/>
            <a:r>
              <a:t>Interactive Executive Summary with high-level metrics (Clauses, Coverage %).</a:t>
            </a:r>
          </a:p>
          <a:p>
            <a:pPr/>
            <a:r>
              <a:t>Color-coded visual indicators (CSS badges, severity pills).</a:t>
            </a:r>
          </a:p>
          <a:p>
            <a:pPr/>
            <a:r>
              <a:t>Interactive expanders to review how the agent classified raw 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System Resiliency &amp;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Validation: Rejects empty inputs and truncates extreme lengths.</a:t>
            </a:r>
          </a:p>
          <a:p>
            <a:pPr/>
            <a:r>
              <a:t>Timeout Hardening: Handles API delays during heavy embedding loads.</a:t>
            </a:r>
          </a:p>
          <a:p>
            <a:pPr/>
            <a:r>
              <a:t>Graceful Degradation: Handles missing database connections safely.</a:t>
            </a:r>
          </a:p>
          <a:p>
            <a:pPr/>
            <a:r>
              <a:t>Clear user feedback via styled error cards in the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Audit Trails &amp; Export (ReportLab)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generation of timestamped PDF compliance reports.</a:t>
            </a:r>
          </a:p>
          <a:p>
            <a:pPr/>
            <a:r>
              <a:t>Includes coverage matrix, conflict signals, and recommended policies.</a:t>
            </a:r>
          </a:p>
          <a:p>
            <a:pPr/>
            <a:r>
              <a:t>Provides a verifiable artifact for legal teams and board reviews.</a:t>
            </a:r>
          </a:p>
          <a:p>
            <a:pPr/>
            <a:r>
              <a:t>Maintains persistence via database reporting IDs.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Sample Case: Automated Recruitment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AI for automated recruitment screening across EU and India.</a:t>
            </a:r>
          </a:p>
          <a:p>
            <a:pPr/>
            <a:r>
              <a:t>Risk Identified: High-Risk biometric verification.</a:t>
            </a:r>
          </a:p>
          <a:p>
            <a:pPr/>
            <a:r>
              <a:t>Action: Triggers mandatory pre-deployment testing and transparency checks.</a:t>
            </a:r>
          </a:p>
          <a:p>
            <a:pPr/>
            <a:r>
              <a:t>Result: Conflict maps ensure both EU AI Act and India DPDP are met.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Extensibility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Keyword classifiers can be seamlessly upgraded to fine-tuned LLMs.</a:t>
            </a:r>
          </a:p>
          <a:p>
            <a:pPr/>
            <a:r>
              <a:t>New regions (e.g., US NIST, APAC rules) easily injected into Supabase.</a:t>
            </a:r>
          </a:p>
          <a:p>
            <a:pPr/>
            <a:r>
              <a:t>Direct integration with CI/CD pipelines to scan 'Policy-as-Code'.</a:t>
            </a:r>
          </a:p>
          <a:p>
            <a:pPr/>
            <a:r>
              <a:t>Multi-lingual embedding models for non-English regulatory texts.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Business Value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Accelerates compliance audits from weeks to seconds.</a:t>
            </a:r>
          </a:p>
          <a:p>
            <a:pPr/>
            <a:r>
              <a:t>Reduces cross-border legal risk for multinational AI rollouts.</a:t>
            </a:r>
          </a:p>
          <a:p>
            <a:pPr/>
            <a:r>
              <a:t>Provides unified visibility into the organization's regulatory posture.</a:t>
            </a:r>
          </a:p>
          <a:p>
            <a:pPr/>
            <a:r>
              <a:t>Ensures decisions are grounded in actual, current legislation.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Governance Copilot transforms manual legal review into an agentic workflow.</a:t>
            </a:r>
          </a:p>
          <a:p>
            <a:pPr/>
            <a:r>
              <a:t>Combines robust software engineering (FastAPI/Streamlit) with modern AI (FAISS).</a:t>
            </a:r>
          </a:p>
          <a:p>
            <a:pPr/>
            <a:r>
              <a:t>Prepares organizations for the complex future of global AI regulation.</a:t>
            </a:r>
          </a:p>
          <a:p>
            <a:pPr/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